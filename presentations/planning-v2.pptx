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StepUp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5800" y="2880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Activity-Integrity Detection and Sport-Group Matching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3291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Presentation — Revised Scope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3931920"/>
            <a:ext cx="365760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394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UCS503 Course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5687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Raghav, Anvi, Kashish, Disha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5980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Sukhpal Singh Sir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Problems, Solved Properly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trust imported activity data blindly.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Sport-group formation is just a filtered contact list.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670048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tracking fitness challenges, or looking for regular sport partners — without WhatsApp groups or Instagram polls.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Rebuilding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7673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Step-count / XP / leaderboards already exist in Strava and Playo — out of scope.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CampusPrep and VAHAN remain outside approved scope.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Pipeline — Two Data Sources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54480"/>
          <a:ext cx="5349240" cy="2651760"/>
        </p:xfrm>
        <a:graphic>
          <a:graphicData uri="http://schemas.openxmlformats.org/drawingml/2006/table">
            <a:tbl>
              <a:tblPr/>
              <a:tblGrid>
                <a:gridCol w="1600200"/>
                <a:gridCol w="192024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Health Connect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(imported records)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Steps, cadence, distance, speed, exercise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attribution, duplicate handling, plausibility checks → confidence score, not a verdict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Android SensorManager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(StepUp sessions)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Accelerometer, gyroscope, step-counter — session-based, not continuous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classifier for shaking / vehicle travel, only with consented raw signals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309360" y="43434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Health Connect has no raw accelerometer stream — it cannot always prove shaking or vehicle travel by itself.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StepUp — UCS503 Planning Presentation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61288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Integrity: Signals, Classes &amp; Evaluation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109960" cy="2286000"/>
        </p:xfrm>
        <a:graphic>
          <a:graphicData uri="http://schemas.openxmlformats.org/drawingml/2006/table">
            <a:tbl>
              <a:tblPr/>
              <a:tblGrid>
                <a:gridCol w="2331720"/>
                <a:gridCol w="3566160"/>
                <a:gridCol w="2103120"/>
                <a:gridCol w="3108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&amp; Source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Window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Path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walking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 cadence/speed + accelerometer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10 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Plausibility + classifier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running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 cadence/speed + accelerometer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Continuous, 10 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Plausibility + classifier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shaking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accel variance, no displacement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classifier only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sync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 timestamp, source ID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Per-record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Plausibility / dedup rule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travel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 speed / session accel + speed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(HC) / classifier (session)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49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Proposed Detector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4096512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threshold rules on cadence, variance, speed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Proposed: on-device model, our own labelled dataset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labelled sessions per class, our own phones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by participant, not by session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09360" y="3749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55080" y="41148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·  Recall  ·  F1 Score  ·  False-Positive Rate  ·  On-Device Latency  ·  Model Size  ·  Battery Cost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StepUp — UCS503 Planning Presentation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61288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Matching as Constrained Optimisation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sport · skill band · time overlap · group size · coarse location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505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maximise  Σ  w1·skillFit + w2·reliability + w3·prefFit,  subject to hard constraints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/ No-Show Update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36499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 ← α·Ri + (1−α)·outcome,   outcome ∈ {1 attended, 0 no-show}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moving average — recent no-shows weigh more than distant history.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459943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— control baseline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First-fit — first compatible match, no optimisation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309360" y="11887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Metrics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536192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— no one left unmatched repeatedly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— do groups hold together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sessions vs. formed matches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3017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 Session — No New Hardware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3364992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in-app check-in within a short time/location window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Coarse-location co-presence check, no continuous GPS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confirmation from both sides; disputes flagged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StepUp — UCS503 Planning Presentation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Safeguards &amp; 17-Week Plan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109960" cy="1508760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71780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Android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Raghav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Kotlin, Health Connect sync, on-device inference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Anvi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engine, APIs, evaluation logging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config, monitoring, analytics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ML 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Kashish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Dataset, baseline vs. detector, 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880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Controls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94360" y="318211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before collection · limited retention, on-device discard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deletion option · per-buddy visibility controls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309360" y="28803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Plan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55080" y="318211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students · 2–3 week window, at least one full cycle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detector beats baseline on F1 · matching beats random/first-fit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17-Week Milestones</a:t>
            </a:r>
            <a:endParaRPr lang="en-US" sz="13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97680"/>
          <a:ext cx="11109960" cy="502920"/>
        </p:xfrm>
        <a:graphic>
          <a:graphicData uri="http://schemas.openxmlformats.org/drawingml/2006/table">
            <a:tbl>
              <a:tblPr/>
              <a:tblGrid>
                <a:gridCol w="1828800"/>
                <a:gridCol w="1965960"/>
                <a:gridCol w="1965960"/>
                <a:gridCol w="1965960"/>
                <a:gridCol w="164592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1–3: Dataset &amp; setup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4–7: Baseline + detector v1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8–10: Matching engine + app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11–13: Integration + dashboard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14–16: Pilot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17: Evaluation &amp;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029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Fallbacks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94360" y="5349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dataset → extend collection, add synthetic variants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pilot turnout → widen recruitment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Latency/battery too high → lighter model or server-side scoring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309360" y="50292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Direction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55080" y="5349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approved for the planning presentation — sufficient depth for 17 weeks, provided both tracks are evaluated properly, not reduced to a step counter or buddy-search filter.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StepUp — UCS503 Planning Presentation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61288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2026-08-17T03:11:42Z</dcterms:created>
  <dcterms:modified xsi:type="dcterms:W3CDTF">2026-08-17T03:11:42Z</dcterms:modified>
</cp:coreProperties>
</file>